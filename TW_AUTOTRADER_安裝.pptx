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FAF462-9BDB-37F3-D9B5-38CAD205A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F47ACC3-E340-E6C0-65BE-9661AF839F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213F3E6-3E56-7392-5BAB-9EAEF785C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F3B52-BB09-408A-9DFD-949B843AE97D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2606BEE-E930-5D87-F7CD-FAB284789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4B34AA1-A08A-1C6D-18EC-C242772DC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FD463-953B-40FA-A26B-7C88D1BA27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5960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FEE0A9-6100-2E33-7AC0-7D367E017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899919E-0453-6759-DC7B-A0B72EA4A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53BD757-7A35-4E2E-C667-2B89B6707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F3B52-BB09-408A-9DFD-949B843AE97D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48BCA9D-5405-7A1C-4775-2D67BF81B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A7913D6-32C1-1B6B-A0E5-B47E96EBF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FD463-953B-40FA-A26B-7C88D1BA27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0450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DB50A6-4FBF-2195-E48E-45D2B8507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AED0216-6545-6581-D236-02E32F222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7303683-59BA-101F-9D15-195826A82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F3B52-BB09-408A-9DFD-949B843AE97D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DC70F65-C974-3AD5-5AAF-42D85EA98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9F0B951-EEE4-2576-0D3A-8F92E09C5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FD463-953B-40FA-A26B-7C88D1BA27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4900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D3C155-0904-D5D1-9E87-AC9C77490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8814F57-107A-6E18-BD05-86FDB2F83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C47D7A4-7420-70E8-80C4-7955572B94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75E9B1E-B100-4079-339D-8743F3B58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F3B52-BB09-408A-9DFD-949B843AE97D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A49FEF3-D0D5-7356-DD90-AA7302DDD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1D699AB-6CB2-71F4-E829-A96156255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FD463-953B-40FA-A26B-7C88D1BA27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1162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177003-957A-0D20-C5D0-F9DB0DA74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85C5997-8A89-9B31-942B-4D2059A71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F566444-3849-0353-89B4-247D47A49B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4DDFCDB-CC7E-217C-F16F-FF38DBBF2B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905F30D-9FB2-67F8-BEB8-680377418A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598C739-E470-3CE3-FE0E-D7FD33BFC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F3B52-BB09-408A-9DFD-949B843AE97D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FFAFB95-032C-0E2E-E0DA-6CF4971A3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5B80D736-28A8-5776-A59A-C6F352F54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FD463-953B-40FA-A26B-7C88D1BA27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2957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291365-E0DA-208D-05F0-D667EA036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5AF793A-194A-B076-3EEF-39901CEAF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F3B52-BB09-408A-9DFD-949B843AE97D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FE04D56-E87E-C344-7694-14BB2F1C4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5EED362-3AA2-FAAA-1A12-7BEDFBC87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FD463-953B-40FA-A26B-7C88D1BA27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8367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407175A-A0AD-2F2A-1F0B-5F0D8D18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F3B52-BB09-408A-9DFD-949B843AE97D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F5BDD91-D273-3C1A-C0F8-E0570C1DF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0137741-21FD-F637-2AF1-BAD27E315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FD463-953B-40FA-A26B-7C88D1BA27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4388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663BE8-3EA1-3286-19D1-E29AB2A52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7CD1B92-10EE-E41C-48A7-1F7D59DD8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07F2263-A874-BD84-7F8A-88F1851CEF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2A98567-856B-BA3E-BE5A-18D6CB0C7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F3B52-BB09-408A-9DFD-949B843AE97D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C796CF1-7920-403F-E57A-7F624E5A3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9720F0F-F4D5-CD94-79F0-723589225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FD463-953B-40FA-A26B-7C88D1BA27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843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B7B1A8-F796-EF65-8D45-A5832475C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1AF620E-9F30-19E5-54DB-53498FF144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0CC8915-A43A-3BC9-ADFC-9E1A990C44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0BF01AC-F6B8-2B28-BB28-4CA624F6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F3B52-BB09-408A-9DFD-949B843AE97D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DA89B8C-2EC6-A366-749C-90C4E08F9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99A5D7F-BA4F-ABCC-C0E0-81DA1406F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FD463-953B-40FA-A26B-7C88D1BA27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3281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DEF3B0-BC3B-0997-3DD7-2114B6917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57337C5-A74B-32EB-46C6-9B79D5F0C9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AAC961-26E4-8641-AEBE-F76C9D769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F3B52-BB09-408A-9DFD-949B843AE97D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EC29FE5-DB67-A5A7-5334-03BAF54A0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1B9E58E-F309-6E7F-7AC9-8840D92F9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FD463-953B-40FA-A26B-7C88D1BA27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7300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0C7EFBE-DAB4-8351-9F1B-BFA5A8F6C1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6B2309A-FE04-3CB7-1D81-A760C3100B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C894935-FC24-28B2-33B3-FCFAEF99E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F3B52-BB09-408A-9DFD-949B843AE97D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29EC465-61E0-41C8-A553-AEB7B8272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05F6687-EA94-02FC-DEED-AF8FABEF8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FD463-953B-40FA-A26B-7C88D1BA27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20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3CB3D2C-BCE6-DC2B-AD64-08D678BF9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9C36D5D-408E-E8D8-972F-82B2BA31C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8DA777B-C791-B0DE-6EAA-96327453CD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7F3B52-BB09-408A-9DFD-949B843AE97D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30F8DBF-CFA3-D5E9-7014-2041B35833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E2F817C-5360-D808-8CAE-8CD3F9D84B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BFD463-953B-40FA-A26B-7C88D1BA27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7437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dinchentech/tw-autotrader/tree/main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9B42C1-C0E3-C479-5AE4-2E2678E9A8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TW_AUTOTRADER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86135ED-6C5E-B633-6006-3C3DE64D4F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安裝說明</a:t>
            </a:r>
          </a:p>
        </p:txBody>
      </p:sp>
    </p:spTree>
    <p:extLst>
      <p:ext uri="{BB962C8B-B14F-4D97-AF65-F5344CB8AC3E}">
        <p14:creationId xmlns:p14="http://schemas.microsoft.com/office/powerpoint/2010/main" val="4075562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E9F19A-8050-AAC1-42BE-4CA9632A4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174018" cy="484620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hlinkClick r:id="rId2"/>
              </a:rPr>
              <a:t>https://github.com/dinchentech/tw-autotrader/tree/main</a:t>
            </a:r>
            <a:r>
              <a:rPr lang="zh-TW" altLang="en-US" dirty="0"/>
              <a:t>  </a:t>
            </a:r>
            <a:r>
              <a:rPr lang="en-US" altLang="zh-TW" dirty="0"/>
              <a:t>=&gt;</a:t>
            </a:r>
            <a:r>
              <a:rPr lang="zh-TW" altLang="en-US" dirty="0"/>
              <a:t>下載</a:t>
            </a:r>
            <a:r>
              <a:rPr lang="en-US" altLang="zh-TW" dirty="0"/>
              <a:t>project ZIP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2E89514-F256-8E8B-8087-B025C16C3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6C84505-7258-F5CF-8BF4-3E20A3F771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1228983"/>
            <a:ext cx="10315575" cy="5544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305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12FED3-9BA2-2874-775B-E72ADD66E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存到</a:t>
            </a:r>
            <a:r>
              <a:rPr lang="en-US" altLang="zh-TW" dirty="0"/>
              <a:t>C:\users\</a:t>
            </a:r>
            <a:r>
              <a:rPr lang="zh-TW" altLang="en-US" dirty="0"/>
              <a:t>你的名稱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A669488D-C4A5-1E5C-D4E5-1D815B1BFC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6477" y="1825625"/>
            <a:ext cx="735904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359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200C88-8611-0ADA-BD63-04FDC53B6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/>
              <a:t>解壓縮</a:t>
            </a:r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8A54CA6D-8AF4-F68D-8A66-4C9A1E4B4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解壓縮到</a:t>
            </a:r>
            <a:r>
              <a:rPr lang="en-US" altLang="zh-TW" dirty="0"/>
              <a:t>C:\users\</a:t>
            </a:r>
            <a:r>
              <a:rPr lang="zh-TW" altLang="en-US" dirty="0"/>
              <a:t>你的名稱</a:t>
            </a:r>
            <a:endParaRPr lang="en-US" altLang="zh-TW" dirty="0"/>
          </a:p>
          <a:p>
            <a:r>
              <a:rPr lang="zh-TW" altLang="en-US" dirty="0"/>
              <a:t>在把</a:t>
            </a:r>
            <a:r>
              <a:rPr lang="en-US" altLang="zh-TW" dirty="0" err="1"/>
              <a:t>tw</a:t>
            </a:r>
            <a:r>
              <a:rPr lang="en-US" altLang="zh-TW" dirty="0"/>
              <a:t>-</a:t>
            </a:r>
            <a:r>
              <a:rPr lang="en-US" altLang="zh-TW" dirty="0" err="1"/>
              <a:t>autotrader</a:t>
            </a:r>
            <a:r>
              <a:rPr lang="en-US" altLang="zh-TW" dirty="0"/>
              <a:t>-main</a:t>
            </a:r>
            <a:r>
              <a:rPr lang="zh-TW" altLang="en-US" dirty="0"/>
              <a:t>目錄名稱改成</a:t>
            </a:r>
            <a:r>
              <a:rPr lang="en-US" altLang="zh-TW" dirty="0" err="1"/>
              <a:t>tw</a:t>
            </a:r>
            <a:r>
              <a:rPr lang="en-US" altLang="zh-TW" dirty="0"/>
              <a:t>-Autotrader</a:t>
            </a:r>
          </a:p>
          <a:p>
            <a:r>
              <a:rPr lang="zh-TW" altLang="en-US" dirty="0"/>
              <a:t>安裝相關</a:t>
            </a:r>
            <a:r>
              <a:rPr lang="en-US" altLang="zh-TW" dirty="0"/>
              <a:t>python</a:t>
            </a:r>
            <a:r>
              <a:rPr lang="zh-TW" altLang="en-US" dirty="0"/>
              <a:t>軟件或直接複製</a:t>
            </a:r>
            <a:r>
              <a:rPr lang="en-US" altLang="zh-TW" dirty="0"/>
              <a:t>.env</a:t>
            </a:r>
            <a:r>
              <a:rPr lang="zh-TW" altLang="en-US" dirty="0"/>
              <a:t>目錄</a:t>
            </a:r>
          </a:p>
        </p:txBody>
      </p:sp>
    </p:spTree>
    <p:extLst>
      <p:ext uri="{BB962C8B-B14F-4D97-AF65-F5344CB8AC3E}">
        <p14:creationId xmlns:p14="http://schemas.microsoft.com/office/powerpoint/2010/main" val="523076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BADB3C-E934-2F23-2F55-D6D272D07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/>
              <a:t>安裝</a:t>
            </a:r>
            <a:r>
              <a:rPr lang="en-US" altLang="zh-TW" dirty="0"/>
              <a:t>PYCHARM20251.1.1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D6FA8C-8D1E-52E4-689F-8EE54950E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8925"/>
            <a:ext cx="10515600" cy="4351338"/>
          </a:xfrm>
        </p:spPr>
        <p:txBody>
          <a:bodyPr/>
          <a:lstStyle/>
          <a:p>
            <a:r>
              <a:rPr lang="en-US" altLang="zh-TW" dirty="0"/>
              <a:t>https://www.jetbrains.com/pycharm/download/other/#releases-2025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A433C08-A6B2-375A-A655-1E904A9E2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850" y="2527906"/>
            <a:ext cx="9172575" cy="419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574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21CCA3-8C73-512F-1709-BF314F098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File Open </a:t>
            </a:r>
            <a:r>
              <a:rPr lang="en-US" altLang="zh-TW" dirty="0" err="1"/>
              <a:t>tw-autotrader</a:t>
            </a:r>
            <a:r>
              <a:rPr lang="zh-TW" altLang="en-US" dirty="0"/>
              <a:t>目錄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67B0D88D-3651-5899-3DB1-040E7122FB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58419" y="1484312"/>
            <a:ext cx="5584461" cy="314642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7AB30777-70EE-89A9-A6C7-B21F8C6CA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8419" y="4779560"/>
            <a:ext cx="4925272" cy="1940727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1E0EDAFB-3441-4EAA-21AE-C82D372455D4}"/>
              </a:ext>
            </a:extLst>
          </p:cNvPr>
          <p:cNvSpPr txBox="1"/>
          <p:nvPr/>
        </p:nvSpPr>
        <p:spPr>
          <a:xfrm>
            <a:off x="8401050" y="5749923"/>
            <a:ext cx="1076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=&gt;Trust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08513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FED7EC-4A9D-D401-1422-AA0C43494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Setting=&gt;Project=&gt;Add Interpreter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13F47DAE-2E43-441B-A421-51FA954172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6669" y="1529372"/>
            <a:ext cx="3943900" cy="2638793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4A86C4D8-C3BE-A9B8-DC7B-1305AB7EB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569" y="1514523"/>
            <a:ext cx="7105261" cy="5307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859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B3410A-F5D2-DAD4-E600-D44BBB7F7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370680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/>
              <a:t>Add local interpreter=&gt;Select </a:t>
            </a:r>
            <a:r>
              <a:rPr lang="en-US" altLang="zh-TW" dirty="0" err="1"/>
              <a:t>exeisting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8BD92CD9-684B-E9D5-03F8-42EEB8AE48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236" y="1835150"/>
            <a:ext cx="5825464" cy="435133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8F3F36C-C4BE-C580-D69F-D5DE1A3D7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35150"/>
            <a:ext cx="5372100" cy="320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408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5F4F3B-5E18-2A1C-F677-2AF206CF4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/>
              <a:t>選擇目錄中</a:t>
            </a:r>
            <a:r>
              <a:rPr lang="en-US" altLang="zh-TW" dirty="0"/>
              <a:t>.</a:t>
            </a:r>
            <a:r>
              <a:rPr lang="en-US" altLang="zh-TW" dirty="0" err="1"/>
              <a:t>venv</a:t>
            </a:r>
            <a:r>
              <a:rPr lang="en-US" altLang="zh-TW" dirty="0"/>
              <a:t>\Scripts\</a:t>
            </a:r>
            <a:r>
              <a:rPr lang="zh-TW" altLang="en-US" dirty="0"/>
              <a:t>下的</a:t>
            </a:r>
            <a:r>
              <a:rPr lang="en-US" altLang="zh-TW" dirty="0"/>
              <a:t>python.exe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56711BF3-C292-2999-E491-F40F08C39F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4494" y="1825625"/>
            <a:ext cx="77230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477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E82477-6C97-856E-3ECE-36B49117E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/>
              <a:t>選好</a:t>
            </a:r>
            <a:r>
              <a:rPr lang="en-US" altLang="zh-TW" dirty="0"/>
              <a:t>PYCHARM</a:t>
            </a:r>
            <a:r>
              <a:rPr lang="zh-TW" altLang="en-US" dirty="0"/>
              <a:t>會掃描所有安裝程式</a:t>
            </a:r>
            <a:r>
              <a:rPr lang="en-US" altLang="zh-TW" dirty="0"/>
              <a:t>,</a:t>
            </a:r>
            <a:r>
              <a:rPr lang="zh-TW" altLang="en-US" dirty="0"/>
              <a:t>選</a:t>
            </a:r>
            <a:r>
              <a:rPr lang="en-US" altLang="zh-TW" dirty="0"/>
              <a:t>OK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74DC672F-15FC-06FB-8EDD-B3D70F5424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3268" y="1825625"/>
            <a:ext cx="582546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376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CA2CDE-EF0A-7AED-DA22-B88F70DAB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PYCHARM</a:t>
            </a:r>
            <a:r>
              <a:rPr lang="zh-TW" altLang="en-US" dirty="0"/>
              <a:t>安裝完畢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77BAC81D-6185-B40C-E378-E1E8C865CF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8244" y="1825625"/>
            <a:ext cx="80955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5676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938B7D-D7D4-AD20-620E-B15777A1B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3675"/>
            <a:ext cx="10515600" cy="1325563"/>
          </a:xfrm>
        </p:spPr>
        <p:txBody>
          <a:bodyPr/>
          <a:lstStyle/>
          <a:p>
            <a:pPr algn="ctr"/>
            <a:r>
              <a:rPr lang="zh-TW" altLang="en-US" dirty="0"/>
              <a:t>產生一個</a:t>
            </a:r>
            <a:r>
              <a:rPr lang="en-US" altLang="zh-TW" dirty="0"/>
              <a:t>.env</a:t>
            </a:r>
            <a:r>
              <a:rPr lang="zh-TW" altLang="en-US" dirty="0"/>
              <a:t>檔</a:t>
            </a:r>
            <a:r>
              <a:rPr lang="en-US" altLang="zh-TW" dirty="0"/>
              <a:t>,</a:t>
            </a:r>
            <a:r>
              <a:rPr lang="zh-TW" altLang="en-US" dirty="0"/>
              <a:t>並把</a:t>
            </a:r>
            <a:r>
              <a:rPr lang="en-US" altLang="zh-TW" dirty="0"/>
              <a:t>.env.example.txt</a:t>
            </a:r>
            <a:br>
              <a:rPr lang="en-US" altLang="zh-TW" dirty="0"/>
            </a:br>
            <a:r>
              <a:rPr lang="zh-TW" altLang="en-US" dirty="0"/>
              <a:t>內容複製過去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75882C23-E56C-19FF-E5B1-B3EA9F2282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19238"/>
            <a:ext cx="9753600" cy="5242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225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140</Words>
  <Application>Microsoft Office PowerPoint</Application>
  <PresentationFormat>寬螢幕</PresentationFormat>
  <Paragraphs>18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佈景主題</vt:lpstr>
      <vt:lpstr>TW_AUTOTRADER</vt:lpstr>
      <vt:lpstr>https://github.com/dinchentech/tw-autotrader/tree/main  =&gt;下載project ZIP</vt:lpstr>
      <vt:lpstr>存到C:\users\你的名稱</vt:lpstr>
      <vt:lpstr>解壓縮</vt:lpstr>
      <vt:lpstr>安裝PYCHARM20251.1.1</vt:lpstr>
      <vt:lpstr>File Open tw-autotrader目錄</vt:lpstr>
      <vt:lpstr>Setting=&gt;Project=&gt;Add Interpreter</vt:lpstr>
      <vt:lpstr>Add local interpreter=&gt;Select exeisting</vt:lpstr>
      <vt:lpstr>選擇目錄中.venv\Scripts\下的python.exe</vt:lpstr>
      <vt:lpstr>選好PYCHARM會掃描所有安裝程式,選OK</vt:lpstr>
      <vt:lpstr>PYCHARM安裝完畢</vt:lpstr>
      <vt:lpstr>產生一個.env檔,並把.env.example.txt 內容複製過去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宜軒 謝</dc:creator>
  <cp:lastModifiedBy>宜軒 謝</cp:lastModifiedBy>
  <cp:revision>5</cp:revision>
  <dcterms:created xsi:type="dcterms:W3CDTF">2026-06-09T15:34:39Z</dcterms:created>
  <dcterms:modified xsi:type="dcterms:W3CDTF">2026-06-09T16:56:24Z</dcterms:modified>
</cp:coreProperties>
</file>